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1320" y="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567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468313" y="1196975"/>
            <a:ext cx="8207375" cy="108267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title style</a:t>
            </a:r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469900" y="2422525"/>
            <a:ext cx="8212138" cy="1752600"/>
          </a:xfrm>
        </p:spPr>
        <p:txBody>
          <a:bodyPr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74750"/>
            <a:ext cx="40386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74750"/>
            <a:ext cx="40386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90500"/>
            <a:ext cx="20574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90500"/>
            <a:ext cx="60198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9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91567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457200" y="190500"/>
            <a:ext cx="82296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en-US" altLang="zh-CN" dirty="0"/>
              <a:t>Click to edit Master title style</a:t>
            </a:r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457200" y="1174750"/>
            <a:ext cx="82296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Hopfield Network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072640"/>
            <a:ext cx="6400800" cy="3566160"/>
          </a:xfrm>
        </p:spPr>
        <p:txBody>
          <a:bodyPr/>
          <a:lstStyle/>
          <a:p>
            <a:r>
              <a:rPr lang="en-US" b="1">
                <a:solidFill>
                  <a:schemeClr val="bg1"/>
                </a:solidFill>
              </a:rPr>
              <a:t>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39495"/>
            <a:ext cx="8266430" cy="4367530"/>
          </a:xfrm>
        </p:spPr>
        <p:txBody>
          <a:bodyPr/>
          <a:lstStyle/>
          <a:p>
            <a:r>
              <a:rPr sz="2400"/>
              <a:t>A Hopfield Network is a recurrent neural network designed to act as an associative memory system.</a:t>
            </a:r>
          </a:p>
          <a:p>
            <a:r>
              <a:rPr sz="2400"/>
              <a:t>It stores information in a distributed form and retrieves complete patterns from partial or noisy inputs.</a:t>
            </a:r>
          </a:p>
          <a:p>
            <a:endParaRPr sz="2400"/>
          </a:p>
          <a:p>
            <a:r>
              <a:rPr sz="2400"/>
              <a:t>Simple Definition:</a:t>
            </a:r>
          </a:p>
          <a:p>
            <a:r>
              <a:rPr sz="2400"/>
              <a:t>A Hopfield Network works like a memory that ‘cleans up’ messy information. If you give it an incomplete input,</a:t>
            </a:r>
          </a:p>
          <a:p>
            <a:r>
              <a:rPr sz="2400"/>
              <a:t>it reconstructs the closest stored pattern.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Fully connected structure: every neuron is linked to every other neuron.</a:t>
            </a:r>
          </a:p>
          <a:p>
            <a:r>
              <a:t>• No hidden layers.</a:t>
            </a:r>
          </a:p>
          <a:p>
            <a:r>
              <a:t>• Symmetric weights: Wij = Wji ensuring stable convergence.</a:t>
            </a:r>
          </a:p>
          <a:p>
            <a:r>
              <a:t>• No self-connections (Wii = 0).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Working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Step 1: Learning (Hebbian rule)</a:t>
            </a:r>
          </a:p>
          <a:p>
            <a:r>
              <a:t>Connections strengthen when neurons activate together.</a:t>
            </a:r>
          </a:p>
          <a:p>
            <a:endParaRPr/>
          </a:p>
          <a:p>
            <a:r>
              <a:t>Step 2: Recall (Relaxation)</a:t>
            </a:r>
          </a:p>
          <a:p>
            <a:r>
              <a:t>Neurons update their states based on neighbors until the network stabilizes and retrieves the stored pattern.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Recovers distorted or incomplete data</a:t>
            </a:r>
          </a:p>
          <a:p>
            <a:r>
              <a:t>• Simple and decentralized processing</a:t>
            </a:r>
          </a:p>
          <a:p>
            <a:r>
              <a:t>• Guaranteed convergence to stable memory states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Code:</a:t>
            </a:r>
          </a:p>
        </p:txBody>
      </p:sp>
      <p:pic>
        <p:nvPicPr>
          <p:cNvPr id="4" name="Content Placeholder 3" descr="Screenshot 2026-01-18 15011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2930" y="1115695"/>
            <a:ext cx="7515225" cy="478726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/>
              <a:t>Output:</a:t>
            </a:r>
          </a:p>
        </p:txBody>
      </p:sp>
      <p:pic>
        <p:nvPicPr>
          <p:cNvPr id="4" name="Content Placeholder 3" descr="Screenshot 2026-01-18 15014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6130" y="1249680"/>
            <a:ext cx="4774565" cy="15722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lue Waves">
  <a:themeElements>
    <a:clrScheme name="Blue Wa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Blue Wa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Blue Wa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66CC"/>
        </a:accent1>
        <a:accent2>
          <a:srgbClr val="3399FF"/>
        </a:accent2>
        <a:accent3>
          <a:srgbClr val="FFFFFF"/>
        </a:accent3>
        <a:accent4>
          <a:srgbClr val="000000"/>
        </a:accent4>
        <a:accent5>
          <a:srgbClr val="AAB8E2"/>
        </a:accent5>
        <a:accent6>
          <a:srgbClr val="2D8AE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182</Words>
  <Application>Microsoft Office PowerPoint</Application>
  <PresentationFormat>On-screen Show (4:3)</PresentationFormat>
  <Paragraphs>26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SimSun</vt:lpstr>
      <vt:lpstr>Arial</vt:lpstr>
      <vt:lpstr>Blue Waves</vt:lpstr>
      <vt:lpstr>Hopfield Network</vt:lpstr>
      <vt:lpstr>1. Definition</vt:lpstr>
      <vt:lpstr>2. Architecture</vt:lpstr>
      <vt:lpstr>3. Working Process</vt:lpstr>
      <vt:lpstr>4. Advantages</vt:lpstr>
      <vt:lpstr>Code:</vt:lpstr>
      <vt:lpstr>Output: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Hopfield Network</dc:title>
  <dc:creator/>
  <dc:description>generated using python-pptx</dc:description>
  <cp:lastModifiedBy>Akkasha Latif</cp:lastModifiedBy>
  <cp:revision>4</cp:revision>
  <dcterms:created xsi:type="dcterms:W3CDTF">2013-01-27T09:14:00Z</dcterms:created>
  <dcterms:modified xsi:type="dcterms:W3CDTF">2026-01-19T03:35:40Z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B5F6EC19E0424F60A6965032A3F8E8C5_13</vt:lpwstr>
  </property>
  <property fmtid="{D5CDD505-2E9C-101B-9397-08002B2CF9AE}" pid="3" name="KSOProductBuildVer">
    <vt:lpwstr>1033-12.2.0.23196</vt:lpwstr>
  </property>
</Properties>
</file>